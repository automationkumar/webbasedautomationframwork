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 Review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Test Review for Selenium Migration</a:t>
            </a:r>
          </a:p>
          <a:p>
            <a:r>
              <a:t>Focus: Code Quality, Reusability, Stability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Proper use of Page Object Model</a:t>
            </a:r>
          </a:p>
          <a:p>
            <a:r>
              <a:t>- SoftAssert usage is correct</a:t>
            </a:r>
          </a:p>
          <a:p>
            <a:r>
              <a:t>- Reusable utility methods used</a:t>
            </a:r>
          </a:p>
          <a:p>
            <a:r>
              <a:t>- Test flow is clear and readable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Issues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Repetitive code (DRY violation)</a:t>
            </a:r>
          </a:p>
          <a:p>
            <a:r>
              <a:t>- Business logic inside test methods</a:t>
            </a:r>
          </a:p>
          <a:p>
            <a:r>
              <a:t>- Naming convention issues</a:t>
            </a:r>
          </a:p>
          <a:p>
            <a:r>
              <a:t>- Missing waits causing flaky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 Suggested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Create helper methods for repeated steps</a:t>
            </a:r>
          </a:p>
          <a:p>
            <a:r>
              <a:t>- Move business logic to helper layer</a:t>
            </a:r>
          </a:p>
          <a:p>
            <a:r>
              <a:t>- Use proper camelCase naming</a:t>
            </a:r>
          </a:p>
          <a:p>
            <a:r>
              <a:t>- Add explicit waits for stability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Assertion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Keep assertions only in test layer</a:t>
            </a:r>
          </a:p>
          <a:p>
            <a:r>
              <a:t>- Add meaningful assertion messages</a:t>
            </a:r>
          </a:p>
          <a:p>
            <a:r>
              <a:t>- Log values before assertion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Follow DRY principle</a:t>
            </a:r>
          </a:p>
          <a:p>
            <a:r>
              <a:t>- Maintain clean test structure</a:t>
            </a:r>
          </a:p>
          <a:p>
            <a:r>
              <a:t>- Separate layers properly</a:t>
            </a:r>
          </a:p>
          <a:p>
            <a:r>
              <a:t>- Add cleanup steps for test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Refactoring will improve:</a:t>
            </a:r>
          </a:p>
          <a:p>
            <a:r>
              <a:t>- Maintainability</a:t>
            </a:r>
          </a:p>
          <a:p>
            <a:r>
              <a:t>- Readability</a:t>
            </a:r>
          </a:p>
          <a:p>
            <a:r>
              <a:t>- Stability</a:t>
            </a:r>
          </a:p>
          <a:p>
            <a:r>
              <a:t>-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